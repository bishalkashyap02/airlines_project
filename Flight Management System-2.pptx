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2" r:id="rId1"/>
  </p:sldMasterIdLst>
  <p:sldIdLst>
    <p:sldId id="256" r:id="rId2"/>
    <p:sldId id="257" r:id="rId3"/>
    <p:sldId id="258" r:id="rId4"/>
    <p:sldId id="262" r:id="rId5"/>
    <p:sldId id="259" r:id="rId6"/>
    <p:sldId id="261" r:id="rId7"/>
    <p:sldId id="260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47205-765B-4DDC-8B96-49C7E846D4C5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5AA9BE59-794D-4A3C-8AFD-174EFADBD6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47205-765B-4DDC-8B96-49C7E846D4C5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5AA9BE59-794D-4A3C-8AFD-174EFADBD6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47205-765B-4DDC-8B96-49C7E846D4C5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5AA9BE59-794D-4A3C-8AFD-174EFADBD6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9A147205-765B-4DDC-8B96-49C7E846D4C5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BE59-794D-4A3C-8AFD-174EFADBD6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47205-765B-4DDC-8B96-49C7E846D4C5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5AA9BE59-794D-4A3C-8AFD-174EFADBD6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47205-765B-4DDC-8B96-49C7E846D4C5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5AA9BE59-794D-4A3C-8AFD-174EFADBD6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47205-765B-4DDC-8B96-49C7E846D4C5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AA9BE59-794D-4A3C-8AFD-174EFADBD6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5AA9BE59-794D-4A3C-8AFD-174EFADBD6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47205-765B-4DDC-8B96-49C7E846D4C5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5AA9BE59-794D-4A3C-8AFD-174EFADBD6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9A147205-765B-4DDC-8B96-49C7E846D4C5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47205-765B-4DDC-8B96-49C7E846D4C5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BE59-794D-4A3C-8AFD-174EFADBD6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5AA9BE59-794D-4A3C-8AFD-174EFADBD6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47205-765B-4DDC-8B96-49C7E846D4C5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9A147205-765B-4DDC-8B96-49C7E846D4C5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5AA9BE59-794D-4A3C-8AFD-174EFADBD6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r"/>
            <a:r>
              <a:rPr lang="en-US" sz="1600" dirty="0" smtClean="0">
                <a:solidFill>
                  <a:schemeClr val="tx1"/>
                </a:solidFill>
              </a:rPr>
              <a:t>Submitted by</a:t>
            </a:r>
          </a:p>
          <a:p>
            <a:pPr algn="r"/>
            <a:r>
              <a:rPr lang="en-US" sz="1600" dirty="0" err="1" smtClean="0">
                <a:solidFill>
                  <a:schemeClr val="tx1"/>
                </a:solidFill>
              </a:rPr>
              <a:t>Dhanada</a:t>
            </a:r>
            <a:r>
              <a:rPr lang="en-US" sz="1600" dirty="0" smtClean="0">
                <a:solidFill>
                  <a:schemeClr val="tx1"/>
                </a:solidFill>
              </a:rPr>
              <a:t> Panda</a:t>
            </a:r>
          </a:p>
          <a:p>
            <a:pPr algn="r"/>
            <a:r>
              <a:rPr lang="en-US" sz="1600" dirty="0" err="1" smtClean="0">
                <a:solidFill>
                  <a:schemeClr val="tx1"/>
                </a:solidFill>
              </a:rPr>
              <a:t>Anjali</a:t>
            </a:r>
            <a:r>
              <a:rPr lang="en-US" sz="1600" dirty="0" smtClean="0">
                <a:solidFill>
                  <a:schemeClr val="tx1"/>
                </a:solidFill>
              </a:rPr>
              <a:t> Singh</a:t>
            </a:r>
          </a:p>
          <a:p>
            <a:pPr algn="r"/>
            <a:r>
              <a:rPr lang="en-US" sz="1600" dirty="0" err="1" smtClean="0">
                <a:solidFill>
                  <a:schemeClr val="tx1"/>
                </a:solidFill>
              </a:rPr>
              <a:t>Bishal</a:t>
            </a:r>
            <a:r>
              <a:rPr lang="en-US" sz="1600" dirty="0" smtClean="0">
                <a:solidFill>
                  <a:schemeClr val="tx1"/>
                </a:solidFill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</a:rPr>
              <a:t>Kashyap</a:t>
            </a:r>
            <a:endParaRPr lang="en-US" sz="1600" dirty="0" smtClean="0">
              <a:solidFill>
                <a:schemeClr val="tx1"/>
              </a:solidFill>
            </a:endParaRPr>
          </a:p>
          <a:p>
            <a:pPr algn="r"/>
            <a:r>
              <a:rPr lang="en-US" sz="1600" dirty="0" err="1" smtClean="0">
                <a:solidFill>
                  <a:schemeClr val="tx1"/>
                </a:solidFill>
              </a:rPr>
              <a:t>Shuvom</a:t>
            </a:r>
            <a:r>
              <a:rPr lang="en-US" sz="1600" dirty="0" smtClean="0">
                <a:solidFill>
                  <a:schemeClr val="tx1"/>
                </a:solidFill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</a:rPr>
              <a:t>Datta</a:t>
            </a:r>
            <a:endParaRPr lang="en-US" sz="1600" dirty="0" smtClean="0">
              <a:solidFill>
                <a:schemeClr val="tx1"/>
              </a:solidFill>
            </a:endParaRPr>
          </a:p>
          <a:p>
            <a:pPr algn="r"/>
            <a:r>
              <a:rPr lang="en-US" sz="1600" dirty="0" smtClean="0">
                <a:solidFill>
                  <a:schemeClr val="tx1"/>
                </a:solidFill>
              </a:rPr>
              <a:t>Mahesh</a:t>
            </a:r>
          </a:p>
          <a:p>
            <a:endParaRPr lang="en-US" sz="1600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Flight Management System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Flight Management System is a web-based application that manages flights, users, and bookings efficiently. It provides secure login/signup, flight search and booking for users, while </a:t>
            </a:r>
            <a:r>
              <a:rPr lang="en-US" dirty="0" err="1" smtClean="0"/>
              <a:t>admins</a:t>
            </a:r>
            <a:r>
              <a:rPr lang="en-US" dirty="0" smtClean="0"/>
              <a:t> can add, update, delete flights and manage users with their booking details.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Flight Search &amp; Booking</a:t>
            </a:r>
            <a:r>
              <a:rPr lang="en-US" dirty="0" smtClean="0"/>
              <a:t> – Users can search available flights and book easily.</a:t>
            </a:r>
          </a:p>
          <a:p>
            <a:r>
              <a:rPr lang="en-US" dirty="0" smtClean="0"/>
              <a:t> </a:t>
            </a:r>
            <a:r>
              <a:rPr lang="en-US" b="1" dirty="0" smtClean="0"/>
              <a:t>View &amp; Cancel Bookings</a:t>
            </a:r>
            <a:r>
              <a:rPr lang="en-US" dirty="0" smtClean="0"/>
              <a:t> – Users can track and cancel their booked flights.</a:t>
            </a:r>
          </a:p>
          <a:p>
            <a:r>
              <a:rPr lang="en-US" dirty="0" smtClean="0"/>
              <a:t> </a:t>
            </a:r>
            <a:r>
              <a:rPr lang="en-US" b="1" dirty="0" smtClean="0"/>
              <a:t>Admin Flight Management</a:t>
            </a:r>
            <a:r>
              <a:rPr lang="en-US" dirty="0" smtClean="0"/>
              <a:t> – Admin can add, update, and delete flight details.</a:t>
            </a:r>
          </a:p>
          <a:p>
            <a:r>
              <a:rPr lang="en-US" b="1" dirty="0" smtClean="0"/>
              <a:t>User &amp; Booking Management</a:t>
            </a:r>
            <a:r>
              <a:rPr lang="en-US" dirty="0" smtClean="0"/>
              <a:t> – Admin can see registered users and view booking records.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 Stack Used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Frontend</a:t>
            </a:r>
            <a:r>
              <a:rPr lang="en-US" dirty="0" smtClean="0"/>
              <a:t>: Angular 18</a:t>
            </a:r>
          </a:p>
          <a:p>
            <a:r>
              <a:rPr lang="en-US" b="1" dirty="0" smtClean="0"/>
              <a:t>Database</a:t>
            </a:r>
            <a:r>
              <a:rPr lang="en-US" dirty="0" smtClean="0"/>
              <a:t>: </a:t>
            </a:r>
            <a:r>
              <a:rPr lang="en-US" dirty="0" err="1" smtClean="0"/>
              <a:t>Data.json</a:t>
            </a:r>
            <a:endParaRPr lang="en-US" dirty="0" smtClean="0"/>
          </a:p>
          <a:p>
            <a:r>
              <a:rPr lang="en-US" b="1" dirty="0" smtClean="0"/>
              <a:t>Authentication</a:t>
            </a:r>
            <a:r>
              <a:rPr lang="en-US" dirty="0" smtClean="0"/>
              <a:t>: JWT</a:t>
            </a:r>
          </a:p>
          <a:p>
            <a:r>
              <a:rPr lang="en-US" b="1" dirty="0" smtClean="0"/>
              <a:t>Tools</a:t>
            </a:r>
            <a:r>
              <a:rPr lang="en-US" dirty="0" smtClean="0"/>
              <a:t>: </a:t>
            </a:r>
            <a:r>
              <a:rPr lang="en-US" dirty="0" err="1" smtClean="0"/>
              <a:t>Git</a:t>
            </a:r>
            <a:r>
              <a:rPr lang="en-US" dirty="0" smtClean="0"/>
              <a:t>, VS Code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sz="4000" dirty="0" smtClean="0"/>
              <a:t>Architecture Diagram</a:t>
            </a:r>
            <a:endParaRPr lang="en-US" sz="4000" dirty="0"/>
          </a:p>
        </p:txBody>
      </p:sp>
      <p:pic>
        <p:nvPicPr>
          <p:cNvPr id="5" name="Content Placeholder 4" descr="Untitled-2025-08-24-2040.excalidraw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179512" y="1628800"/>
            <a:ext cx="8784975" cy="4608512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Live Demonstration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Now let’s see the </a:t>
            </a:r>
            <a:r>
              <a:rPr lang="en-US" b="1" dirty="0" smtClean="0"/>
              <a:t>Flight Management System</a:t>
            </a:r>
            <a:r>
              <a:rPr lang="en-US" dirty="0" smtClean="0"/>
              <a:t> in action!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38</TotalTime>
  <Words>159</Words>
  <Application>Microsoft Office PowerPoint</Application>
  <PresentationFormat>On-screen Show (4:3)</PresentationFormat>
  <Paragraphs>23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Civic</vt:lpstr>
      <vt:lpstr>Flight Management System</vt:lpstr>
      <vt:lpstr>Project Introduction</vt:lpstr>
      <vt:lpstr>Key Features</vt:lpstr>
      <vt:lpstr>Tech Stack Used</vt:lpstr>
      <vt:lpstr> Architecture Diagram</vt:lpstr>
      <vt:lpstr>Live Demonstration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Flight Management System</dc:title>
  <dc:creator>LENOVO</dc:creator>
  <cp:lastModifiedBy>LENOVO</cp:lastModifiedBy>
  <cp:revision>6</cp:revision>
  <dcterms:created xsi:type="dcterms:W3CDTF">2025-08-24T12:46:48Z</dcterms:created>
  <dcterms:modified xsi:type="dcterms:W3CDTF">2025-08-24T15:27:41Z</dcterms:modified>
</cp:coreProperties>
</file>